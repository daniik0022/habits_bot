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2FBA1-5C17-4153-A20F-8168F74AF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08505C-DC5C-4F71-9F75-1DEE88902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1EE5B9-09BC-47F6-A1E5-F2FAECF8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267B39-23D8-4135-96F1-94E7F1BB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C05C13-7651-4C8F-9E46-2B18FE9C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24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47CA2-C574-4383-BD0A-F8BD1518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DB74CF-05AC-45DD-BE31-D7000ED5A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933386-3720-4B6F-A07C-73FBED9F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450D85-57A1-49C5-8777-D3E57071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85ADB9-A996-42E1-9424-A29AA693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49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93512-8103-4C1E-BFD1-2A5D6F42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E44C2B-364F-4DD4-90F5-EC1FC21F3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238CD3-570C-4A40-BF9C-EEE6C624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189E98-A676-4B12-84F6-5AC0DE02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3B98AA-66D1-418F-A270-93E43782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17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F88D3-8E5C-4424-9E15-19C37CEAE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A90F1C-AB98-4DDB-9118-50927C7B2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C6835F-A042-4EFA-98DB-32CAB1A3D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95BE25-0699-47A7-8BAE-2C9C2709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798FEB-F754-480F-A877-7F3B887B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A75CB9-2602-420E-BC71-16BB302A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57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D5FD9-6D26-456B-AC44-DAC8E997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813EC0-2451-44E6-B793-3183108AA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406F9D-6AA8-43C4-AA29-0A3F13D79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FD0BCF-2CA2-45EF-9A53-E831426B6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2278A6-ED36-4E62-843E-331EC48C4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93F919E-4F8D-4721-87E8-20F01B63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324A97-E197-44D7-8503-639A0698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E6092A-EDB7-4A8D-9700-C9744FCD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81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B675A-6AEE-4E8D-AEE2-411E6271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D62A0E-CFA6-4491-8E3D-E170034D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6D133B-A41D-4D42-A09B-8B870403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14260F-B803-4442-803D-A6D5EEBD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91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C730E46-D6A5-41A8-B67F-9C6645C9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89692CB-8DE9-4B1A-9135-3F0FF27BB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2AED63-B91A-4837-80AB-D9AE9B51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1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E9A1DF-5B36-4D81-9CE6-9CB3E656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D0ACEA-64A0-45CD-B982-2961637E3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FD004B-B908-4C82-80E5-25C1223BD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AEEA1-51B4-4722-8D76-9C18BE23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D70709-AC1D-464C-ADD6-BD26D689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E4FDA2-D3AB-4782-A4C4-89224A3A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31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9A502-2612-4140-88AE-47D30BCE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038B88-E96B-4765-BAEB-6E4E72EE4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F773F8-B936-4CCC-957F-B36DA4F5E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59B45-AF67-4A48-A6DB-4A4FEE3F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6E162A-ADDC-464B-8830-58BD173F9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D852F0-C08B-4DFD-AC01-0E31E0C3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6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A0435-361E-4D64-B060-5066F324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335239-D1EF-4AEC-9FBE-1BF9CFE77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F058E2-E334-46D1-8A1E-E659082C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48D360-B61C-4683-9885-99031259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F322A-C774-4F1D-BF6A-B95503E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54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2594B8-B6E2-4EBE-9703-56E4821F3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A67C59-B684-47A4-89D8-39385B59D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4A7EBE-53E3-47BC-BD21-736640640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F654C7-4228-4E3A-A24C-290E50C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59AC09-688A-41F5-B585-CF728576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3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FB641-C966-4618-9EE6-251F8568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023683-F531-4F6F-A9D3-E921E189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AD42B0-7D54-4660-BAA7-F30CF035C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D66B0-74E0-4602-9CD3-1DD6EA260FBB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A77E4-E667-4AC8-85B8-DB93AFB13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FC5EEE-BC41-4E0F-ABA4-AE2524805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000B9-C541-453D-9A89-75B364D6A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20A91-CC8D-420A-8FC2-673ACD5B7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Телеграм-бот для отслеживания привычек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D917DA-C3AB-41D8-985D-091DC0AA97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Авторы: Масленников Данила Сергеевич, </a:t>
            </a:r>
            <a:br>
              <a:rPr lang="ru-RU" dirty="0"/>
            </a:br>
            <a:r>
              <a:rPr lang="ru-RU" dirty="0"/>
              <a:t>Матвеев Егор Геннадьевич</a:t>
            </a:r>
            <a:br>
              <a:rPr lang="ru-RU" dirty="0"/>
            </a:br>
            <a:r>
              <a:rPr lang="ru-RU" dirty="0"/>
              <a:t>Группа 10</a:t>
            </a:r>
            <a:br>
              <a:rPr lang="ru-RU" dirty="0"/>
            </a:br>
            <a:r>
              <a:rPr lang="ru-RU" dirty="0"/>
              <a:t>ГБОУ Школа №1363</a:t>
            </a:r>
          </a:p>
        </p:txBody>
      </p:sp>
      <p:pic>
        <p:nvPicPr>
          <p:cNvPr id="1026" name="Picture 2" descr="Telegram — Википедия">
            <a:extLst>
              <a:ext uri="{FF2B5EF4-FFF2-40B4-BE49-F238E27FC236}">
                <a16:creationId xmlns:a16="http://schemas.microsoft.com/office/drawing/2014/main" id="{B5EF1692-8370-43D8-8F27-672C6973D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" y="446781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B8EA23-E04A-4B71-A34C-06588983B592}"/>
              </a:ext>
            </a:extLst>
          </p:cNvPr>
          <p:cNvSpPr txBox="1"/>
          <p:nvPr/>
        </p:nvSpPr>
        <p:spPr>
          <a:xfrm>
            <a:off x="4359966" y="5735637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https://github.com/daniik0022/habits_bot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67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E101E-7E21-48E8-A4DE-4891A6C02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F82455-B435-4FBC-A61E-E46E7533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Формирование привычек требует регулярности</a:t>
            </a:r>
          </a:p>
          <a:p>
            <a:r>
              <a:rPr lang="ru-RU" dirty="0"/>
              <a:t>Без напоминаний пользователи пропускают выполнение</a:t>
            </a:r>
          </a:p>
          <a:p>
            <a:r>
              <a:rPr lang="ru-RU" dirty="0"/>
              <a:t>Telegram — удобная и доступная платформа</a:t>
            </a:r>
          </a:p>
          <a:p>
            <a:r>
              <a:rPr lang="ru-RU" dirty="0"/>
              <a:t>Бот объединяет напоминания и учёт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4134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16123-9EFE-48E6-9735-74ECEAF8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Распределение ролей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D79FBF-F976-490B-A5B7-976009DE8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Масленников Данила: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разработка программного кода Telegram-бота;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интеграция базы данных;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реализация напоминаний.</a:t>
            </a:r>
          </a:p>
          <a:p>
            <a:r>
              <a:rPr lang="ru-RU" b="1" dirty="0"/>
              <a:t>Матвеев Егор: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постановка задачи и формирование требований;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анализ аналогичных решений;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проектирование пользовательских сценариев;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подготовка документации и презентации;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тестирование и проверка работы бота.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247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B4235B-99E3-4F1B-875E-411A6462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Функционал </a:t>
            </a:r>
            <a:r>
              <a:rPr lang="en-US" b="1" dirty="0"/>
              <a:t>Minimum Viable Product (MVP)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4A7A4-8757-4EC6-94B8-92C9906FC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Диалоговое добавление привычек  </a:t>
            </a:r>
            <a:endParaRPr lang="en-US" dirty="0"/>
          </a:p>
          <a:p>
            <a:r>
              <a:rPr lang="ru-RU" dirty="0"/>
              <a:t>Указание времени напоминаний  </a:t>
            </a:r>
            <a:endParaRPr lang="en-US" dirty="0"/>
          </a:p>
          <a:p>
            <a:r>
              <a:rPr lang="ru-RU" dirty="0"/>
              <a:t>Ежедневные уведомления  </a:t>
            </a:r>
            <a:endParaRPr lang="en-US" dirty="0"/>
          </a:p>
          <a:p>
            <a:r>
              <a:rPr lang="ru-RU" dirty="0"/>
              <a:t>Отметка выполнения  </a:t>
            </a:r>
            <a:endParaRPr lang="en-US" dirty="0"/>
          </a:p>
          <a:p>
            <a:r>
              <a:rPr lang="ru-RU" dirty="0"/>
              <a:t>Статистика и серии дней  </a:t>
            </a:r>
            <a:endParaRPr lang="en-US" dirty="0"/>
          </a:p>
          <a:p>
            <a:r>
              <a:rPr lang="ru-RU" dirty="0"/>
              <a:t>Удаление привычек</a:t>
            </a:r>
          </a:p>
        </p:txBody>
      </p:sp>
    </p:spTree>
    <p:extLst>
      <p:ext uri="{BB962C8B-B14F-4D97-AF65-F5344CB8AC3E}">
        <p14:creationId xmlns:p14="http://schemas.microsoft.com/office/powerpoint/2010/main" val="404862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B3BCD-D94C-4967-8DE3-82C65091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не успели сделать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1A66F-A433-4396-A6EC-728D5C9DE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Редактирование привычек  </a:t>
            </a:r>
          </a:p>
          <a:p>
            <a:r>
              <a:rPr lang="ru-RU" dirty="0"/>
              <a:t>Изменение времени напоминаний  </a:t>
            </a:r>
          </a:p>
          <a:p>
            <a:r>
              <a:rPr lang="ru-RU" dirty="0"/>
              <a:t>Визуализация статистики  </a:t>
            </a:r>
          </a:p>
          <a:p>
            <a:r>
              <a:rPr lang="ru-RU" dirty="0" err="1"/>
              <a:t>Docker</a:t>
            </a:r>
            <a:r>
              <a:rPr lang="ru-RU" dirty="0"/>
              <a:t>-развёртывание  </a:t>
            </a:r>
          </a:p>
          <a:p>
            <a:r>
              <a:rPr lang="ru-RU" dirty="0"/>
              <a:t>Веб-интерфейс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261131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0361E-DEFA-4D37-80E1-28A26B09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Примеры работы 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6F52CC-96DB-4566-9737-CC68E99A3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43" y="5266289"/>
            <a:ext cx="3906078" cy="95410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Пример создания привычки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893487-E49C-47C2-81AD-503DA99D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3" y="1987311"/>
            <a:ext cx="3839995" cy="31596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879F46-FA40-4FD8-95F0-C6154FD56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18" y="1987311"/>
            <a:ext cx="2825763" cy="3159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5D6C2C-6C03-4ECA-B459-BF57923AFA2C}"/>
              </a:ext>
            </a:extLst>
          </p:cNvPr>
          <p:cNvSpPr txBox="1"/>
          <p:nvPr/>
        </p:nvSpPr>
        <p:spPr>
          <a:xfrm>
            <a:off x="4419599" y="5266289"/>
            <a:ext cx="335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Пример статистики привычек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DD11D7-7C3B-4D94-BF16-27EBCD4CA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209" y="3041357"/>
            <a:ext cx="4263948" cy="8742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6F7B9C-3E51-4E76-8920-2AD87E97748D}"/>
              </a:ext>
            </a:extLst>
          </p:cNvPr>
          <p:cNvSpPr txBox="1"/>
          <p:nvPr/>
        </p:nvSpPr>
        <p:spPr>
          <a:xfrm>
            <a:off x="8163161" y="5266289"/>
            <a:ext cx="38399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Пример уведомления о привычке</a:t>
            </a:r>
          </a:p>
        </p:txBody>
      </p:sp>
    </p:spTree>
    <p:extLst>
      <p:ext uri="{BB962C8B-B14F-4D97-AF65-F5344CB8AC3E}">
        <p14:creationId xmlns:p14="http://schemas.microsoft.com/office/powerpoint/2010/main" val="20569580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152</Words>
  <Application>Microsoft Office PowerPoint</Application>
  <PresentationFormat>Широкоэкранный</PresentationFormat>
  <Paragraphs>36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Телеграм-бот для отслеживания привычек</vt:lpstr>
      <vt:lpstr>Актуальность проекта</vt:lpstr>
      <vt:lpstr>Распределение ролей</vt:lpstr>
      <vt:lpstr>Функционал Minimum Viable Product (MVP)</vt:lpstr>
      <vt:lpstr>Что не успели сделать</vt:lpstr>
      <vt:lpstr>Примеры работы 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Телеграм-бот для отслеживания привычек</dc:title>
  <dc:creator>Данила Масленников</dc:creator>
  <cp:lastModifiedBy>Данила Масленников</cp:lastModifiedBy>
  <cp:revision>3</cp:revision>
  <dcterms:created xsi:type="dcterms:W3CDTF">2025-12-12T14:58:08Z</dcterms:created>
  <dcterms:modified xsi:type="dcterms:W3CDTF">2025-12-12T15:15:39Z</dcterms:modified>
</cp:coreProperties>
</file>